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55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FF36-0669-228C-6915-CE6AF475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C8FFC-C51F-B03C-C033-26F02F52F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0856E-8687-62DC-F79E-7031C3CD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0433A-8D57-AB38-EBAE-1DA5FBA7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52B6B-6591-D584-03A6-938D4081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0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1479-B87C-F9C6-2057-77328D09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9D33-D26D-D184-06B1-89BB65B97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C7C80-C326-B12F-4CEF-21469FCB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63930-42E4-864E-CAE6-5AD001CE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A409-464D-6C09-2F68-CB7FFA50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3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92F0-0A47-7599-2396-2406F28A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6DF0-A9B9-A292-52F4-160B4847D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9623E-7C33-3300-E862-DDF302D5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B433F-F5B0-3418-1D06-CEEF9321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97EF-B41A-9BBA-6A37-4F69CC0F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2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73C7-4BFD-4FB9-5F58-589E2B46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B47CA-845D-18F9-4BD9-5FA5E362F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99E33-B24F-5112-93AC-940630F76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73376-A226-D2C7-266A-29E6CAFA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1C5D5-8489-62AB-61DD-3F653B5E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AF3D-D7D1-9FF3-4EBF-37BB3A24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6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CBD2-5319-745F-844B-5FF16F9C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B3584-6C5A-87D8-85A5-42D3DB547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DFA50-AAE9-4785-F2C1-618BDA963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3BBDD-1709-1C37-6174-772B125B6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DFFB3-955A-42ED-BF7A-6B0B762DE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5F41-61B8-85A3-AE96-41C0A88F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6E5DF-3712-157A-44BE-708D19EB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120A4-2216-5869-5660-BD8A84EC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5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3938-FA49-1590-2234-3A1676DD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FF81F-0C13-24FB-9580-1E7DDFF3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201D6-2AC2-C3DD-C5AE-E2CC4529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14C65-6DB2-575E-1C49-95BED554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6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C044B-90D5-1D41-56C6-05933640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691F4-420D-8818-2949-E0A74DB2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5680-1C12-9147-B43C-64EB41E4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033F-7714-F9C8-DF75-8A976CA2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BDBB0-92AC-3444-6F64-A205A5652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AAF82-4C2C-FBFD-24FC-35C5BE178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186AF-5E14-773C-1750-A9C25F66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B3DFC-4FE0-E679-93D5-127624D1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70686-FC80-2972-0165-C55C936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0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27D2-992A-B918-BEEA-3B05610B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534F1-81F5-EFC5-8714-B390D4E44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A44D4-B615-B88E-947E-CCF7E5347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651A7-9F31-1AA8-C5BE-6AC4C5CA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D2CB3-239F-8852-68E6-61824D2F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BDA59-9BA5-4C0D-DCE9-2BC22DAC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261C-5045-AB47-8BB3-45618912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C1BB7-01EC-4BE4-4F65-9426323B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14E1E-EC68-9DEF-9C68-A757B95B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1EC7-47DE-7D8E-B7C6-22ED9E8E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A21AB-EF0A-1F55-2177-2BAD015B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7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93B7F-105F-BA24-8363-F13241D3B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40A3B-86A9-DD4A-E903-5340D4A0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8D95B-A48D-083B-E3E7-AE660780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3D741-C6C0-9CCD-9E8F-A40E28FE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77788-BB8F-3E6C-14CD-80428873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7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36C8A-05E7-7B4D-4136-DC3384A2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88CFD-B22B-921C-727D-AE93654BF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4C68F-D0B9-E4F9-D977-298CC704E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51D31-23BB-44A9-9FAF-803C3294953C}" type="datetimeFigureOut">
              <a:rPr lang="en-US" smtClean="0"/>
              <a:t>2026-05-11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446B9-ADFD-E3A1-E48E-5E23096FD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4B2BD-899A-7474-78AB-032BFF2F2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41D9A-F5F6-4AA9-84B9-AF22C891F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CEF4CE-4A83-F885-6B0B-3E18BB08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8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E6DB3-18AA-16A1-79C5-08A97E59E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758" y="2460343"/>
            <a:ext cx="8410484" cy="31007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8BF8F-E63E-A097-1671-1E9EB9B7A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653"/>
            <a:ext cx="12192000" cy="208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3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59FAF4-3C3D-10AB-75C4-16F1BA79F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9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A4461D-AE3E-993D-BDEC-531DE8DDA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9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32E920-508F-7022-90D9-22E6053B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51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02C975-5B4D-CFBF-65F5-2E271E3A8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686" y="3551749"/>
            <a:ext cx="7548465" cy="330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9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D688D0-DDE4-BC78-EDFE-EEC142DA2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3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3107-3783-FADE-6D2A-D2F6CBB2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BFCA-B562-762B-1368-DE658311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014E3-160D-04FB-8B2C-C0CA6AD64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2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237D-A168-4D63-2F89-1B7437D2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A375B-C9A4-3A01-853F-F9867B8FC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D6186-8EA8-2488-D8E1-436F47808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7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60BE-A2B0-84CC-8BF8-75BE67AC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90AA-E116-DEE2-5EBB-F403DD7F3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1D4B0-7FB2-6B51-D31C-3B7BE1B68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3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A3415-2285-6D28-4027-6738550C1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59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6D3EC-92A9-86B8-E91F-2DFC033D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4565" y="-65313"/>
            <a:ext cx="15771008" cy="718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Nasser</dc:creator>
  <cp:lastModifiedBy>Ahmed Nasser</cp:lastModifiedBy>
  <cp:revision>1</cp:revision>
  <dcterms:created xsi:type="dcterms:W3CDTF">2026-05-11T08:32:33Z</dcterms:created>
  <dcterms:modified xsi:type="dcterms:W3CDTF">2026-05-11T08:38:33Z</dcterms:modified>
</cp:coreProperties>
</file>